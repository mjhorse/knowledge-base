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</p:sldIdLst>
  <p:sldSz cx="12192000" cy="6858000" type="screen16x9"/>
  <p:notesSz cx="6858000" cy="9144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?>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Agent Session 映射架构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